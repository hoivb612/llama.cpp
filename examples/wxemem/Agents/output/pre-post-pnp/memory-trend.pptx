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4630400" cy="82296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39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Before-PnP</c:v>
                </c:pt>
              </c:strCache>
            </c:strRef>
          </c:tx>
          <c:spPr>
            <a:ln w="31750">
              <a:solidFill>
                <a:srgbClr val="187DC4"/>
              </a:solidFill>
            </a:ln>
          </c:spPr>
          <c:marker>
            <c:symbol val="circle"/>
            <c:size val="5"/>
            <c:spPr>
              <a:solidFill>
                <a:srgbClr val="187DC4"/>
              </a:solidFill>
              <a:ln w="31750">
                <a:solidFill>
                  <a:srgbClr val="187DC4"/>
                </a:solidFill>
                <a:prstDash val="solid"/>
              </a:ln>
            </c:spPr>
          </c:marker>
          <c:cat>
            <c:strRef>
              <c:f>Sheet1!$A$2:$A$31</c:f>
              <c:strCache>
                <c:ptCount val="30"/>
                <c:pt idx="0">
                  <c:v>05/17</c:v>
                </c:pt>
                <c:pt idx="1">
                  <c:v>05/18</c:v>
                </c:pt>
                <c:pt idx="2">
                  <c:v>05/19</c:v>
                </c:pt>
                <c:pt idx="3">
                  <c:v>05/20</c:v>
                </c:pt>
                <c:pt idx="4">
                  <c:v>05/21</c:v>
                </c:pt>
                <c:pt idx="5">
                  <c:v>05/26</c:v>
                </c:pt>
                <c:pt idx="6">
                  <c:v>05/27</c:v>
                </c:pt>
                <c:pt idx="7">
                  <c:v>05/28</c:v>
                </c:pt>
                <c:pt idx="8">
                  <c:v>05/31</c:v>
                </c:pt>
                <c:pt idx="9">
                  <c:v>06/02</c:v>
                </c:pt>
                <c:pt idx="10">
                  <c:v>06/15</c:v>
                </c:pt>
                <c:pt idx="11">
                  <c:v>06/30</c:v>
                </c:pt>
                <c:pt idx="12">
                  <c:v>07/15</c:v>
                </c:pt>
                <c:pt idx="13">
                  <c:v>07/27</c:v>
                </c:pt>
                <c:pt idx="14">
                  <c:v>08/03</c:v>
                </c:pt>
                <c:pt idx="15">
                  <c:v>08/04</c:v>
                </c:pt>
                <c:pt idx="16">
                  <c:v>08/06</c:v>
                </c:pt>
                <c:pt idx="17">
                  <c:v>08/16</c:v>
                </c:pt>
                <c:pt idx="18">
                  <c:v>08/27</c:v>
                </c:pt>
                <c:pt idx="19">
                  <c:v>08/30</c:v>
                </c:pt>
                <c:pt idx="20">
                  <c:v>09/02</c:v>
                </c:pt>
                <c:pt idx="21">
                  <c:v>09/08</c:v>
                </c:pt>
                <c:pt idx="22">
                  <c:v>09/10</c:v>
                </c:pt>
                <c:pt idx="23">
                  <c:v>09/13</c:v>
                </c:pt>
                <c:pt idx="24">
                  <c:v>09/14</c:v>
                </c:pt>
                <c:pt idx="25">
                  <c:v>09/15</c:v>
                </c:pt>
                <c:pt idx="26">
                  <c:v>09/16</c:v>
                </c:pt>
                <c:pt idx="27">
                  <c:v>09/17</c:v>
                </c:pt>
                <c:pt idx="28">
                  <c:v>09/20</c:v>
                </c:pt>
                <c:pt idx="29">
                  <c:v>09/21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1.3821792602539063</c:v>
                </c:pt>
                <c:pt idx="1">
                  <c:v>1.4523773193359375</c:v>
                </c:pt>
                <c:pt idx="2">
                  <c:v>1.6710662841796875</c:v>
                </c:pt>
                <c:pt idx="3">
                  <c:v>1.5584373474121094</c:v>
                </c:pt>
                <c:pt idx="4">
                  <c:v>1.9060325622558594</c:v>
                </c:pt>
                <c:pt idx="5">
                  <c:v>1.9118614196777344</c:v>
                </c:pt>
                <c:pt idx="6">
                  <c:v>1.9315986633300781</c:v>
                </c:pt>
                <c:pt idx="7">
                  <c:v>1.9755477905273438</c:v>
                </c:pt>
                <c:pt idx="8">
                  <c:v>1.8817062377929688</c:v>
                </c:pt>
                <c:pt idx="9">
                  <c:v>1.9453392028808594</c:v>
                </c:pt>
                <c:pt idx="10">
                  <c:v>2.4560546875</c:v>
                </c:pt>
                <c:pt idx="11">
                  <c:v>2.4491119384765625</c:v>
                </c:pt>
                <c:pt idx="12">
                  <c:v>2.47039794921875</c:v>
                </c:pt>
                <c:pt idx="13">
                  <c:v>2.3513298034667969</c:v>
                </c:pt>
                <c:pt idx="14">
                  <c:v>2.3298492431640625</c:v>
                </c:pt>
                <c:pt idx="15">
                  <c:v>2.3481903076171875</c:v>
                </c:pt>
                <c:pt idx="16">
                  <c:v>2.738861083984375</c:v>
                </c:pt>
                <c:pt idx="17">
                  <c:v>2.2497062683105469</c:v>
                </c:pt>
                <c:pt idx="18">
                  <c:v>2.3297882080078125</c:v>
                </c:pt>
                <c:pt idx="19">
                  <c:v>1.623626708984375</c:v>
                </c:pt>
                <c:pt idx="20">
                  <c:v>1.7075042724609375</c:v>
                </c:pt>
                <c:pt idx="21">
                  <c:v>1.6183891296386719</c:v>
                </c:pt>
                <c:pt idx="22">
                  <c:v>1.6092491149902344</c:v>
                </c:pt>
                <c:pt idx="23">
                  <c:v>1.5022392272949219</c:v>
                </c:pt>
                <c:pt idx="24">
                  <c:v>1.6159896850585938</c:v>
                </c:pt>
                <c:pt idx="25">
                  <c:v>1.4199180603027344</c:v>
                </c:pt>
                <c:pt idx="26">
                  <c:v>1.5805549621582031</c:v>
                </c:pt>
                <c:pt idx="27">
                  <c:v>1.6224822998046875</c:v>
                </c:pt>
                <c:pt idx="28">
                  <c:v>1.6095199584960938</c:v>
                </c:pt>
                <c:pt idx="29">
                  <c:v>1.5958290100097656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DA3-4F8E-B8E6-F68407C2039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Post-PnP</c:v>
                </c:pt>
              </c:strCache>
            </c:strRef>
          </c:tx>
          <c:spPr>
            <a:ln w="31750">
              <a:solidFill>
                <a:srgbClr val="E67F29"/>
              </a:solidFill>
            </a:ln>
          </c:spPr>
          <c:marker>
            <c:symbol val="square"/>
            <c:size val="5"/>
            <c:spPr>
              <a:solidFill>
                <a:srgbClr val="E67F29"/>
              </a:solidFill>
              <a:ln w="31750">
                <a:solidFill>
                  <a:srgbClr val="E67F29"/>
                </a:solidFill>
                <a:prstDash val="solid"/>
              </a:ln>
            </c:spPr>
          </c:marker>
          <c:cat>
            <c:strRef>
              <c:f>Sheet1!$A$2:$A$31</c:f>
              <c:strCache>
                <c:ptCount val="30"/>
                <c:pt idx="0">
                  <c:v>05/17</c:v>
                </c:pt>
                <c:pt idx="1">
                  <c:v>05/18</c:v>
                </c:pt>
                <c:pt idx="2">
                  <c:v>05/19</c:v>
                </c:pt>
                <c:pt idx="3">
                  <c:v>05/20</c:v>
                </c:pt>
                <c:pt idx="4">
                  <c:v>05/21</c:v>
                </c:pt>
                <c:pt idx="5">
                  <c:v>05/26</c:v>
                </c:pt>
                <c:pt idx="6">
                  <c:v>05/27</c:v>
                </c:pt>
                <c:pt idx="7">
                  <c:v>05/28</c:v>
                </c:pt>
                <c:pt idx="8">
                  <c:v>05/31</c:v>
                </c:pt>
                <c:pt idx="9">
                  <c:v>06/02</c:v>
                </c:pt>
                <c:pt idx="10">
                  <c:v>06/15</c:v>
                </c:pt>
                <c:pt idx="11">
                  <c:v>06/30</c:v>
                </c:pt>
                <c:pt idx="12">
                  <c:v>07/15</c:v>
                </c:pt>
                <c:pt idx="13">
                  <c:v>07/27</c:v>
                </c:pt>
                <c:pt idx="14">
                  <c:v>08/03</c:v>
                </c:pt>
                <c:pt idx="15">
                  <c:v>08/04</c:v>
                </c:pt>
                <c:pt idx="16">
                  <c:v>08/06</c:v>
                </c:pt>
                <c:pt idx="17">
                  <c:v>08/16</c:v>
                </c:pt>
                <c:pt idx="18">
                  <c:v>08/27</c:v>
                </c:pt>
                <c:pt idx="19">
                  <c:v>08/30</c:v>
                </c:pt>
                <c:pt idx="20">
                  <c:v>09/02</c:v>
                </c:pt>
                <c:pt idx="21">
                  <c:v>09/08</c:v>
                </c:pt>
                <c:pt idx="22">
                  <c:v>09/10</c:v>
                </c:pt>
                <c:pt idx="23">
                  <c:v>09/13</c:v>
                </c:pt>
                <c:pt idx="24">
                  <c:v>09/14</c:v>
                </c:pt>
                <c:pt idx="25">
                  <c:v>09/15</c:v>
                </c:pt>
                <c:pt idx="26">
                  <c:v>09/16</c:v>
                </c:pt>
                <c:pt idx="27">
                  <c:v>09/17</c:v>
                </c:pt>
                <c:pt idx="28">
                  <c:v>09/20</c:v>
                </c:pt>
                <c:pt idx="29">
                  <c:v>09/21</c:v>
                </c:pt>
              </c:strCache>
            </c:strRef>
          </c:cat>
          <c:val>
            <c:numRef>
              <c:f>Sheet1!$C$2:$C$31</c:f>
              <c:numCache>
                <c:formatCode>General</c:formatCode>
                <c:ptCount val="30"/>
                <c:pt idx="0">
                  <c:v>2.0569000244140625</c:v>
                </c:pt>
                <c:pt idx="1">
                  <c:v>2.679412841796875</c:v>
                </c:pt>
                <c:pt idx="2">
                  <c:v>2.1697959899902344</c:v>
                </c:pt>
                <c:pt idx="3">
                  <c:v>2.1421661376953125</c:v>
                </c:pt>
                <c:pt idx="4">
                  <c:v>2.4978675842285156</c:v>
                </c:pt>
                <c:pt idx="5">
                  <c:v>2.4652557373046875</c:v>
                </c:pt>
                <c:pt idx="6">
                  <c:v>2.5204124450683594</c:v>
                </c:pt>
                <c:pt idx="7">
                  <c:v>2.5523719787597656</c:v>
                </c:pt>
                <c:pt idx="8">
                  <c:v>2.5290031433105469</c:v>
                </c:pt>
                <c:pt idx="9">
                  <c:v>2.5394973754882813</c:v>
                </c:pt>
                <c:pt idx="10">
                  <c:v>3.3713874816894531</c:v>
                </c:pt>
                <c:pt idx="11">
                  <c:v>3.3913421630859375</c:v>
                </c:pt>
                <c:pt idx="12">
                  <c:v>3.5632858276367188</c:v>
                </c:pt>
                <c:pt idx="13">
                  <c:v>3.2750282287597656</c:v>
                </c:pt>
                <c:pt idx="14">
                  <c:v>3.25616455078125</c:v>
                </c:pt>
                <c:pt idx="15">
                  <c:v>3.1944999694824219</c:v>
                </c:pt>
                <c:pt idx="16">
                  <c:v>3.8689231872558594</c:v>
                </c:pt>
                <c:pt idx="17">
                  <c:v>3.2462348937988281</c:v>
                </c:pt>
                <c:pt idx="18">
                  <c:v>3.27001953125</c:v>
                </c:pt>
                <c:pt idx="19">
                  <c:v>2.7265663146972656</c:v>
                </c:pt>
                <c:pt idx="20">
                  <c:v>2.7558708190917969</c:v>
                </c:pt>
                <c:pt idx="21">
                  <c:v>2.4855308532714844</c:v>
                </c:pt>
                <c:pt idx="22">
                  <c:v>2.5295791625976563</c:v>
                </c:pt>
                <c:pt idx="23">
                  <c:v>2.6555671691894531</c:v>
                </c:pt>
                <c:pt idx="24">
                  <c:v>2.5154342651367188</c:v>
                </c:pt>
                <c:pt idx="25">
                  <c:v>2.6336021423339844</c:v>
                </c:pt>
                <c:pt idx="26">
                  <c:v>2.5350265502929688</c:v>
                </c:pt>
                <c:pt idx="27">
                  <c:v>2.4971847534179688</c:v>
                </c:pt>
                <c:pt idx="28">
                  <c:v>2.4991950988769531</c:v>
                </c:pt>
                <c:pt idx="29">
                  <c:v>2.5194168090820313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DA3-4F8E-B8E6-F68407C203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45595440"/>
        <c:axId val="2016827664"/>
      </c:lineChart>
      <c:catAx>
        <c:axId val="1645595440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Build date (2026); one category per build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2016827664"/>
        <c:crosses val="autoZero"/>
        <c:auto val="0"/>
        <c:lblAlgn val="ctr"/>
        <c:lblOffset val="100"/>
        <c:tickLblSkip val="1"/>
        <c:noMultiLvlLbl val="0"/>
      </c:catAx>
      <c:valAx>
        <c:axId val="2016827664"/>
        <c:scaling>
          <c:orientation val="minMax"/>
          <c:min val="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Physical memory used (GiB)</a:t>
                </a:r>
              </a:p>
            </c:rich>
          </c:tx>
          <c:overlay val="0"/>
        </c:title>
        <c:numFmt formatCode="0.0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1645595440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8590AF-6116-4B1C-8619-ABBE48AEE8D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04A2FC-68CE-48F8-8337-452AF0D06B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678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Generator version: 1.3.0</a:t>
            </a:r>
          </a:p>
          <a:p>
            <a:r>
              <a:rPr lang="en-US"/>
              <a:t>Metric: physical.used_bytes / 1073741824. Equal category spacing, not elapsed time. Dates are build dates, not capture dates.</a:t>
            </a:r>
          </a:p>
          <a:p>
            <a:r>
              <a:rPr lang="en-US"/>
              <a:t>See memory-trend.csv for all build IDs, exact bytes, versions, and source paths.</a:t>
            </a:r>
          </a:p>
          <a:p>
            <a:r>
              <a:rPr lang="en-US"/>
              <a:t>Each series summary uses its own eligible captures; these may cover different build dates.</a:t>
            </a:r>
          </a:p>
          <a:p>
            <a:r>
              <a:rPr lang="en-US"/>
              <a:t>Missing before-PnP captures:</a:t>
            </a:r>
          </a:p>
          <a:p>
            <a:r>
              <a:rPr lang="en-US"/>
              <a:t>Missing post-PnP captures: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04A2FC-68CE-48F8-8337-452AF0D06B1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3309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08F87-7CD7-E1A7-14BE-A2146DA2CD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2FA12D-2DC9-AC99-3E6F-0228A0D224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B37DC9-2B59-E356-9A1D-EBA25BD09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4314A-EE4E-43DC-8EA6-52AFB898AC60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E24BD6-1D6C-0769-5CC0-CF275F8BC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9E14ED-434F-C007-3AF3-1C08711A7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C8639-2E4A-4BAC-BCE2-66341C2A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003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70CAF-65BE-8E25-D643-8B9F6CA73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1E6BD-C7A1-6FF4-C288-B9E7472F1F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A1F49-6D93-768B-5AB0-30DFB4A35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4314A-EE4E-43DC-8EA6-52AFB898AC60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29CC4C-8E16-BD2C-4639-096B84EED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61B0E8-5315-AA46-8B03-ECFF82C35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C8639-2E4A-4BAC-BCE2-66341C2A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449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7019E-6C02-03F4-42C0-F924931D8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220" y="2051688"/>
            <a:ext cx="12618720" cy="3423284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E5DA1F-D2C6-5C81-98AA-A78FDECC06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8220" y="5507358"/>
            <a:ext cx="12618720" cy="180022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F58C43-29E7-04FD-FBC0-8573889D4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4314A-EE4E-43DC-8EA6-52AFB898AC60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115607-463B-AFB9-2B98-7574B5210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57070D-3123-8351-5DDE-B90A3D8A2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C8639-2E4A-4BAC-BCE2-66341C2A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052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CE319-77B7-64D4-4DA5-216635E43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86D28-7271-3C5E-E8C3-1F25ED70E0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774B38-87C9-1B55-418B-DB1496629A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2DB029-7155-38EB-9C57-D52118FD6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4314A-EE4E-43DC-8EA6-52AFB898AC60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541682-D23A-3D2E-A2BB-44ABE2BD8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86481F-58DE-9E86-EC5B-D0C9A821D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C8639-2E4A-4BAC-BCE2-66341C2A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369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B847F-1D9C-83DC-18F7-F34ADDA65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438152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58D70-0BB8-8534-F57F-27BCD2EA6C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AAFD38-AB3C-9DC2-5EB7-7BB2C1D0B7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BAD8D7-4D3C-DE85-6691-D75995BA45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C7B25D-6C2F-EC96-A9CD-E4F171C66D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1E2BC8-1669-927F-3F61-4A5F0D046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4314A-EE4E-43DC-8EA6-52AFB898AC60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6506D7-7126-7CAD-E151-940DEC8B3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F1BF66-29D2-A047-7D91-769D89B56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C8639-2E4A-4BAC-BCE2-66341C2A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789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1A362-18BA-CC13-CF7D-FAD208461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D896FB-2597-B018-6890-6558EEFF5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4314A-EE4E-43DC-8EA6-52AFB898AC60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AAF06C-E793-5DE6-8656-5A862C64C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EED82A-1843-39FE-9D7F-A12D20C38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C8639-2E4A-4BAC-BCE2-66341C2A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344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514BCF-E7D5-DDCF-12A7-454D656FE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4314A-EE4E-43DC-8EA6-52AFB898AC60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CD4B6F-F1F8-D2E8-E6A2-5B67FCCA3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F77892-D96C-256C-8164-219C75423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C8639-2E4A-4BAC-BCE2-66341C2A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395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03736-2679-5DA2-D71B-1D28ED8EA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299E09-37E5-1641-2D1A-83B80301AB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6" y="1184912"/>
            <a:ext cx="7406640" cy="58483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7B607A-8645-9A89-6B38-8CA83C21FC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1AFEC8-A11D-570A-D2DA-E8466618F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4314A-EE4E-43DC-8EA6-52AFB898AC60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2992C7-C851-F149-513C-0E2B13274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8EFED8-3FBC-3ED2-14DB-6270DD9D0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C8639-2E4A-4BAC-BCE2-66341C2A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168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45B8B-F613-C372-E12F-D309E5976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15758D-982E-0BF2-835E-3DB5E752FA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9826" y="1184912"/>
            <a:ext cx="7406640" cy="58483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7D1214-1F59-0970-F589-026007F45A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9A475-AD96-8AF5-FBED-48130338F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4314A-EE4E-43DC-8EA6-52AFB898AC60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6C82E9-9C28-99BC-0ADA-DE1866564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5D0251-C934-C337-5263-E4E9F018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C8639-2E4A-4BAC-BCE2-66341C2A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014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1FDAA-A8AE-383B-0742-B93DB7C09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6DD593-80A5-01A5-7548-2109009185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0E927-149A-F715-E09F-53B8F02DD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4314A-EE4E-43DC-8EA6-52AFB898AC60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13AE1F-079B-47F1-4BAA-39692BBB2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74720-C6DE-3B6C-C628-527962D7D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C8639-2E4A-4BAC-BCE2-66341C2A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4659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D00266-A87A-DBDD-AD69-9E36A85A66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DF6880-4BD9-F504-5E25-BA0C026928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FF570-3D88-F4CB-5093-93ACCB2B3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4314A-EE4E-43DC-8EA6-52AFB898AC60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9F8EAE-F7B5-FE1D-FAAA-F5F101CCF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CB459A-1A45-0F61-88D7-F30EE60CB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C8639-2E4A-4BAC-BCE2-66341C2A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330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34ABA3-C609-8BEC-D39D-D1929726A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2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5FB4F5-DEC3-7F3B-1B49-CDFCEDF0FB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D7647A-1A9A-18C8-301F-66FAE5BE5F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" y="7627622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54314A-EE4E-43DC-8EA6-52AFB898AC60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A1FA30-DCE0-457C-C493-42D8FEEC21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0" y="7627622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51411-0DDE-050A-7B46-480B1455A1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2720" y="7627622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FC8639-2E4A-4BAC-BCE2-66341C2A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507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4DA992-4943-07BC-1115-3C3882AF5301}"/>
              </a:ext>
            </a:extLst>
          </p:cNvPr>
          <p:cNvSpPr txBox="1"/>
          <p:nvPr/>
        </p:nvSpPr>
        <p:spPr>
          <a:xfrm>
            <a:off x="457200" y="228600"/>
            <a:ext cx="1371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>
                <a:solidFill>
                  <a:srgbClr val="182438"/>
                </a:solidFill>
                <a:latin typeface="Aptos" panose="020B0004020202020204" pitchFamily="34" charset="0"/>
              </a:rPr>
              <a:t>Trending memory usage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86B6D0-E64D-0735-A28D-04C905A374E6}"/>
              </a:ext>
            </a:extLst>
          </p:cNvPr>
          <p:cNvSpPr txBox="1"/>
          <p:nvPr/>
        </p:nvSpPr>
        <p:spPr>
          <a:xfrm>
            <a:off x="482600" y="914400"/>
            <a:ext cx="13716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700">
                <a:solidFill>
                  <a:srgbClr val="506070"/>
                </a:solidFill>
                <a:latin typeface="Aptos" panose="020B0004020202020204" pitchFamily="34" charset="0"/>
              </a:rPr>
              <a:t>Kennan | WXE | Before-PnP vs. post-PnP | physical.used_bytes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92D2BD-D14B-3296-468B-7C9E41B9C929}"/>
              </a:ext>
            </a:extLst>
          </p:cNvPr>
          <p:cNvSpPr txBox="1"/>
          <p:nvPr/>
        </p:nvSpPr>
        <p:spPr>
          <a:xfrm>
            <a:off x="482600" y="1384300"/>
            <a:ext cx="13716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500">
                <a:solidFill>
                  <a:srgbClr val="187DC4"/>
                </a:solidFill>
                <a:latin typeface="Aptos" panose="020B0004020202020204" pitchFamily="34" charset="0"/>
              </a:rPr>
              <a:t>Before-PnP: latest 1.60 GiB (2026-09-21) | first 1.38 GiB | change +0.21 GiB | peak 2.74 GiB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1033CC-CADF-5BC2-FFC4-23CF297CFD41}"/>
              </a:ext>
            </a:extLst>
          </p:cNvPr>
          <p:cNvSpPr txBox="1"/>
          <p:nvPr/>
        </p:nvSpPr>
        <p:spPr>
          <a:xfrm>
            <a:off x="482600" y="1714500"/>
            <a:ext cx="13716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500">
                <a:solidFill>
                  <a:srgbClr val="E67F29"/>
                </a:solidFill>
                <a:latin typeface="Aptos" panose="020B0004020202020204" pitchFamily="34" charset="0"/>
              </a:rPr>
              <a:t>Post-PnP: latest 2.52 GiB (2026-09-21) | first 2.06 GiB | change +0.46 GiB | peak 3.87 GiB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B0C15A9A-5C1A-BEFC-5618-F748351F95E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84787386"/>
              </p:ext>
            </p:extLst>
          </p:nvPr>
        </p:nvGraphicFramePr>
        <p:xfrm>
          <a:off x="406400" y="2108200"/>
          <a:ext cx="13817600" cy="505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B4632D5-1DE2-A6B7-0108-F16727A0182E}"/>
              </a:ext>
            </a:extLst>
          </p:cNvPr>
          <p:cNvSpPr txBox="1"/>
          <p:nvPr/>
        </p:nvSpPr>
        <p:spPr>
          <a:xfrm>
            <a:off x="482600" y="7213600"/>
            <a:ext cx="13716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182438"/>
                </a:solidFill>
                <a:latin typeface="Aptos" panose="020B0004020202020204" pitchFamily="34" charset="0"/>
              </a:rPr>
              <a:t>Captures: before-PnP 30/30 | post-PnP 30/30 | 2026-05-17 to 2026-09-21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98EEAE-5F59-7853-AAA8-E172BE7185FB}"/>
              </a:ext>
            </a:extLst>
          </p:cNvPr>
          <p:cNvSpPr txBox="1"/>
          <p:nvPr/>
        </p:nvSpPr>
        <p:spPr>
          <a:xfrm>
            <a:off x="482600" y="7620000"/>
            <a:ext cx="1371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506070"/>
                </a:solidFill>
                <a:latin typeface="Aptos" panose="020B0004020202020204" pitchFamily="34" charset="0"/>
              </a:rPr>
              <a:t>Pre: beforepnp / prepnp* / nopnp. Post: afterpnp / postpnp* / pnp. Direct JSON only; missing captures are gaps.</a:t>
            </a:r>
          </a:p>
        </p:txBody>
      </p:sp>
    </p:spTree>
    <p:extLst>
      <p:ext uri="{BB962C8B-B14F-4D97-AF65-F5344CB8AC3E}">
        <p14:creationId xmlns:p14="http://schemas.microsoft.com/office/powerpoint/2010/main" val="23979851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186</Words>
  <Application>Microsoft Office PowerPoint</Application>
  <PresentationFormat>Custom</PresentationFormat>
  <Paragraphs>15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Hoi Vo</dc:creator>
  <cp:lastModifiedBy>Hoi Vo</cp:lastModifiedBy>
  <cp:revision>1</cp:revision>
  <dcterms:created xsi:type="dcterms:W3CDTF">2026-09-23T23:44:32Z</dcterms:created>
  <dcterms:modified xsi:type="dcterms:W3CDTF">2026-09-23T23:44:33Z</dcterms:modified>
</cp:coreProperties>
</file>